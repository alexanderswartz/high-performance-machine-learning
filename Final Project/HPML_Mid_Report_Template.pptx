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327"/>
  </p:normalViewPr>
  <p:slideViewPr>
    <p:cSldViewPr snapToGrid="0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4E99-D0AE-FC6E-E5FE-8B2B0166EA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A0B94A-D30A-59DE-5594-76B9DBBEC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E0B834-D2E3-476A-D279-6B3BEBECF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B398B3-5A22-268F-329B-A1E1E34BB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D1E91-579A-7E73-6FD7-277DE64B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615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4FA0A-8B2D-A63F-AAD9-E69D3008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C6D-2BDC-055D-AD2C-56E50F3427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2BE10-4685-DDC1-9844-DAF90BF2B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8D5E-FA88-3B13-35EE-D76D9D55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DE9B0-7A22-AE99-7E85-57B448D6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204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82BA-B497-09FA-74D7-2D281CF4E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F5DA-EB12-28F2-1F8B-FEB49F52F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A9E7-CED7-A0FD-0746-E8BA2BB4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07C40-8880-103F-22DA-C320AC81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8941-6910-EA25-59B0-D816EE8C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73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DA0C-61FC-B243-F9ED-C49F07FCB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19F1B-597F-4D28-5D0B-0B94EF556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9792B-D69E-A83A-7226-741CC83940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48E67-B1D2-0520-7CFA-A3E196577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E3195-EF53-5C78-1C38-5BFDFD96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F3F30-AD87-4FE0-3515-B7EAC658D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791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ABFB4-DA8C-C4A6-0C5F-11A3495E9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821D4-2F49-F6FB-1130-76FEC7A65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A0CBA-BC0C-8A72-53AC-6C68D7661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5DDF6-A43F-4391-37FE-26BC8A379B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774F5-817E-BCF9-C1BF-490F832A90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A3C77-F980-791C-1CBD-3C268DF13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442CA-D5A7-3760-ECB9-5841FB0AE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5F0A6-35AC-0F48-F646-E9595451F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FECA-5908-CAD3-F12B-828EFBA45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194B33-E417-8048-FFB9-A1128D7DF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2249E8-FD7E-DC20-4723-D32BB29C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F8BECE-041A-5580-5C04-27A2E2AD8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2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6BD0A-3E59-2E86-161C-D796C8CE8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472EA7-AF6C-3FDB-87F5-97CB0CD43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B705C-ECDB-42A1-B3D5-41AE4725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062CE-1124-D8B4-1C57-28B84A545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2D3AB-FAB9-033B-9939-C48FCB799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44F8C-A10D-5774-2550-174245E7C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0034-E032-34CB-F435-FFDC62AD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3BCFB-7755-2006-EE51-1FD6CF4CD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C6AB5-8EDB-C115-AA08-5642A269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512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15FE-07FD-33DD-3B50-47C8F5A5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B51776-045E-D1E3-F6BC-5B7404E4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CC9C0D-1104-D971-DF70-B49E311D2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CF2FEF-9B0D-9A81-1C1E-66C2B8554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DAF6-E454-78AB-A13F-C47E05AAB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EE3DA-7385-73AE-913D-9952D29F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37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52EDF-C2BB-6EBD-9AF8-1810637CB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6775CA-C179-1EA8-2458-837D62C03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3D95A-3BD2-FB1B-3B91-FF4A720C2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22AE5-A656-3BF1-3AC5-61D0A5D2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D2C15-A359-0D75-D9AD-4B7624F76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6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9CF61-5F92-AFCA-C34D-FCDE13DBFC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651CA-3904-3EB6-8642-2B8962BA0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4F75-8D18-A0A1-8FDE-AEC8E3B7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1A91B-AF6A-2004-D9AA-299DED795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666C5-4F31-B362-6704-A4742E80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3D4C3-D948-88D3-FD27-23111FEF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0CEA-93E9-A1FA-05C6-4856B26AA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41C7F-600C-22E7-F6A2-B45EA84E6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766B6-5ECE-DE46-A843-883F79BE24E3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A41A1-EAD2-5DAC-5422-AF8F8504C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707BC-F685-3D4E-C889-EDBF95C0C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4FB87-2E1E-E441-94BA-C767973E60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06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lexanderSwartz/multimodal-nanocha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6EC72-8DB0-9B39-CC49-D0EB92756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HPML Project Mid-point Progress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2FB56-46F3-A0DF-806D-6BDA604C99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Dhanvanth Reddy </a:t>
            </a:r>
            <a:r>
              <a:rPr lang="en-US" dirty="0" err="1"/>
              <a:t>Yerramreddy</a:t>
            </a:r>
            <a:r>
              <a:rPr lang="en-US" dirty="0"/>
              <a:t> (UNI: dy2530) </a:t>
            </a:r>
          </a:p>
          <a:p>
            <a:r>
              <a:rPr lang="en-US" dirty="0"/>
              <a:t>Sri Bhuvana Vaishnavi </a:t>
            </a:r>
            <a:r>
              <a:rPr lang="en-US" dirty="0" err="1"/>
              <a:t>Dasika</a:t>
            </a:r>
            <a:r>
              <a:rPr lang="en-US" dirty="0"/>
              <a:t> (UNI: sd3971) </a:t>
            </a:r>
          </a:p>
          <a:p>
            <a:r>
              <a:rPr lang="en-US" dirty="0"/>
              <a:t>Alexander Swartz (UNI: as7629) </a:t>
            </a:r>
          </a:p>
          <a:p>
            <a:r>
              <a:rPr lang="en-US" dirty="0"/>
              <a:t>Rajvardhan Patil (UNI: rp3316)</a:t>
            </a:r>
          </a:p>
        </p:txBody>
      </p:sp>
    </p:spTree>
    <p:extLst>
      <p:ext uri="{BB962C8B-B14F-4D97-AF65-F5344CB8AC3E}">
        <p14:creationId xmlns:p14="http://schemas.microsoft.com/office/powerpoint/2010/main" val="1067747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0500"/>
            <a:ext cx="10515600" cy="526114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Title: Profiling-Driven Optimization of a Multimodal SLM for Efficient Vision Language Inference</a:t>
            </a:r>
          </a:p>
          <a:p>
            <a:r>
              <a:rPr lang="en-US" dirty="0"/>
              <a:t>Project Goals: </a:t>
            </a:r>
          </a:p>
          <a:p>
            <a:pPr lvl="1"/>
            <a:r>
              <a:rPr lang="en-US" dirty="0"/>
              <a:t>Extend </a:t>
            </a:r>
            <a:r>
              <a:rPr lang="en-US" dirty="0" err="1"/>
              <a:t>nanochat</a:t>
            </a:r>
            <a:r>
              <a:rPr lang="en-US" dirty="0"/>
              <a:t> model for image captioning</a:t>
            </a:r>
          </a:p>
          <a:p>
            <a:pPr lvl="1"/>
            <a:r>
              <a:rPr lang="en-US" dirty="0"/>
              <a:t>Profile and optimize data pipeline, memory layout, and transformer techniques</a:t>
            </a:r>
          </a:p>
          <a:p>
            <a:r>
              <a:rPr lang="en-US" dirty="0"/>
              <a:t>AI Model(s): </a:t>
            </a:r>
            <a:r>
              <a:rPr lang="en-US" dirty="0" err="1"/>
              <a:t>Nanochat</a:t>
            </a:r>
            <a:r>
              <a:rPr lang="en-US" dirty="0"/>
              <a:t>, CLIP vision encoder</a:t>
            </a:r>
          </a:p>
          <a:p>
            <a:r>
              <a:rPr lang="en-US" dirty="0"/>
              <a:t>Dataset(s): COCO Captions </a:t>
            </a:r>
          </a:p>
          <a:p>
            <a:r>
              <a:rPr lang="en-US" dirty="0"/>
              <a:t>Performance Optimization Techniques/Methodology:</a:t>
            </a:r>
          </a:p>
          <a:p>
            <a:pPr lvl="1"/>
            <a:r>
              <a:rPr lang="en-US" dirty="0"/>
              <a:t>Separate optimization into categories (data pipeline, memory layout, and transformer techniques)</a:t>
            </a:r>
          </a:p>
          <a:p>
            <a:r>
              <a:rPr lang="en-US" dirty="0"/>
              <a:t>Profiling/Performance analysis tools used:</a:t>
            </a:r>
          </a:p>
          <a:p>
            <a:pPr lvl="1"/>
            <a:r>
              <a:rPr lang="en-US" dirty="0" err="1"/>
              <a:t>Wandb</a:t>
            </a:r>
            <a:r>
              <a:rPr lang="en-US" dirty="0"/>
              <a:t>, </a:t>
            </a:r>
            <a:r>
              <a:rPr lang="en-US" dirty="0" err="1"/>
              <a:t>Pytorch</a:t>
            </a:r>
            <a:r>
              <a:rPr lang="en-US" dirty="0"/>
              <a:t> Profiler, </a:t>
            </a:r>
            <a:r>
              <a:rPr lang="en-US" dirty="0" err="1"/>
              <a:t>torch.cuda</a:t>
            </a:r>
            <a:r>
              <a:rPr lang="en-US" dirty="0"/>
              <a:t> statistics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993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31837-2447-F817-708C-BC99AD82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8779-72DC-D813-F8A0-08381208D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Link to the </a:t>
            </a:r>
            <a:r>
              <a:rPr lang="en-US" dirty="0" err="1"/>
              <a:t>wandb</a:t>
            </a:r>
            <a:r>
              <a:rPr lang="en-US" dirty="0"/>
              <a:t> project </a:t>
            </a:r>
          </a:p>
          <a:p>
            <a:r>
              <a:rPr lang="en-US" dirty="0">
                <a:hlinkClick r:id="rId2"/>
              </a:rPr>
              <a:t>https://github.com/AlexanderSwartz/multimodal-nanochat</a:t>
            </a:r>
            <a:endParaRPr lang="en-US" dirty="0"/>
          </a:p>
          <a:p>
            <a:r>
              <a:rPr lang="en-US" dirty="0"/>
              <a:t>Set up </a:t>
            </a:r>
            <a:r>
              <a:rPr lang="en-US" dirty="0" err="1"/>
              <a:t>Nanochat</a:t>
            </a:r>
            <a:endParaRPr lang="en-US" dirty="0"/>
          </a:p>
          <a:p>
            <a:pPr lvl="1"/>
            <a:r>
              <a:rPr lang="en-US" dirty="0"/>
              <a:t>Imported </a:t>
            </a:r>
            <a:r>
              <a:rPr lang="en-US" dirty="0" err="1"/>
              <a:t>nanochat</a:t>
            </a:r>
            <a:r>
              <a:rPr lang="en-US" dirty="0"/>
              <a:t> source code and configured it in a </a:t>
            </a:r>
            <a:r>
              <a:rPr lang="en-US" dirty="0" err="1"/>
              <a:t>pytorch</a:t>
            </a:r>
            <a:r>
              <a:rPr lang="en-US" dirty="0"/>
              <a:t> environment on a google cloud VM</a:t>
            </a:r>
          </a:p>
          <a:p>
            <a:pPr lvl="1"/>
            <a:r>
              <a:rPr lang="en-US" dirty="0"/>
              <a:t>Trialed inferencing and fine-tuning with pre-trained weights to validate setup</a:t>
            </a:r>
          </a:p>
          <a:p>
            <a:r>
              <a:rPr lang="en-US" dirty="0"/>
              <a:t>Set up CLIP Vision Encoder with COCO dataset</a:t>
            </a:r>
          </a:p>
          <a:p>
            <a:pPr lvl="1"/>
            <a:r>
              <a:rPr lang="en-US" dirty="0"/>
              <a:t>Configured </a:t>
            </a:r>
            <a:r>
              <a:rPr lang="en-US" dirty="0" err="1"/>
              <a:t>pytorch</a:t>
            </a:r>
            <a:r>
              <a:rPr lang="en-US" dirty="0"/>
              <a:t> dataset to generate image embeddings and tokenized captions for each COCO dataset sample</a:t>
            </a:r>
          </a:p>
          <a:p>
            <a:r>
              <a:rPr lang="en-US" dirty="0"/>
              <a:t>Generated end-to-end prototype with AI</a:t>
            </a:r>
          </a:p>
          <a:p>
            <a:pPr lvl="1"/>
            <a:r>
              <a:rPr lang="en-US" dirty="0"/>
              <a:t>Developed an entire codebase that provides conceptual framework for project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2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in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Integrate vision encoder and COCO dataset with </a:t>
            </a:r>
            <a:r>
              <a:rPr lang="en-US" dirty="0" err="1"/>
              <a:t>nanochat</a:t>
            </a:r>
            <a:endParaRPr lang="en-US" dirty="0"/>
          </a:p>
          <a:p>
            <a:r>
              <a:rPr lang="en-US" dirty="0"/>
              <a:t>Successfully train </a:t>
            </a:r>
            <a:r>
              <a:rPr lang="en-US" dirty="0" err="1"/>
              <a:t>Nanochat</a:t>
            </a:r>
            <a:r>
              <a:rPr lang="en-US" dirty="0"/>
              <a:t>-V</a:t>
            </a:r>
          </a:p>
          <a:p>
            <a:r>
              <a:rPr lang="en-US" dirty="0"/>
              <a:t>Optimize data pipeline, tuning </a:t>
            </a:r>
            <a:r>
              <a:rPr lang="en-US" dirty="0" err="1"/>
              <a:t>num_workers</a:t>
            </a:r>
            <a:r>
              <a:rPr lang="en-US" dirty="0"/>
              <a:t>, </a:t>
            </a:r>
            <a:r>
              <a:rPr lang="en-US" dirty="0" err="1"/>
              <a:t>pin_memory</a:t>
            </a:r>
            <a:r>
              <a:rPr lang="en-US" dirty="0"/>
              <a:t>, etc.</a:t>
            </a:r>
          </a:p>
          <a:p>
            <a:r>
              <a:rPr lang="en-US" dirty="0"/>
              <a:t>Evaluate memory optimization (mixed precision and layer freezing)</a:t>
            </a:r>
          </a:p>
          <a:p>
            <a:r>
              <a:rPr lang="en-US" dirty="0"/>
              <a:t>Improve inference and transformer techniques (e.g. </a:t>
            </a:r>
            <a:r>
              <a:rPr lang="en-US" dirty="0" err="1"/>
              <a:t>torch.compile</a:t>
            </a:r>
            <a:r>
              <a:rPr lang="en-US" dirty="0"/>
              <a:t>, flash attention)</a:t>
            </a:r>
          </a:p>
          <a:p>
            <a:r>
              <a:rPr lang="en-US" dirty="0"/>
              <a:t>If time permits, implement cross-attention layers and evaluate</a:t>
            </a:r>
          </a:p>
          <a:p>
            <a:r>
              <a:rPr lang="en-US" dirty="0"/>
              <a:t>Benchmark finals runs and prepare a demo</a:t>
            </a:r>
          </a:p>
        </p:txBody>
      </p:sp>
    </p:spTree>
    <p:extLst>
      <p:ext uri="{BB962C8B-B14F-4D97-AF65-F5344CB8AC3E}">
        <p14:creationId xmlns:p14="http://schemas.microsoft.com/office/powerpoint/2010/main" val="892816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577C7-276C-40C6-92E1-9259FF853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Blockers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D57F8-77AE-22B4-B417-8BEA661F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feedback on project proposal makes it difficult to gauge project scope</a:t>
            </a:r>
          </a:p>
          <a:p>
            <a:r>
              <a:rPr lang="en-US" dirty="0"/>
              <a:t>Google cloud setup is brittle with particular CUDA and </a:t>
            </a:r>
            <a:r>
              <a:rPr lang="en-US" dirty="0" err="1"/>
              <a:t>pytorch</a:t>
            </a:r>
            <a:r>
              <a:rPr lang="en-US" dirty="0"/>
              <a:t> environment</a:t>
            </a:r>
          </a:p>
          <a:p>
            <a:r>
              <a:rPr lang="en-US" dirty="0"/>
              <a:t>Already hit Out of Memory errors when running </a:t>
            </a:r>
            <a:r>
              <a:rPr lang="en-US" dirty="0" err="1"/>
              <a:t>nanochat</a:t>
            </a:r>
            <a:r>
              <a:rPr lang="en-US" dirty="0"/>
              <a:t> in inference mode</a:t>
            </a:r>
          </a:p>
          <a:p>
            <a:r>
              <a:rPr lang="en-US" dirty="0"/>
              <a:t>Complexity of proposed models delays benchmarking and profiler until later phases</a:t>
            </a:r>
          </a:p>
          <a:p>
            <a:pPr lvl="1"/>
            <a:r>
              <a:rPr lang="en-US" dirty="0"/>
              <a:t>Cross-attention will require rewriting core transformer blocks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790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336</Words>
  <Application>Microsoft Office PowerPoint</Application>
  <PresentationFormat>Widescreen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HPML Project Mid-point Progress</vt:lpstr>
      <vt:lpstr>Project Summary</vt:lpstr>
      <vt:lpstr>Current Progress</vt:lpstr>
      <vt:lpstr>Work in Progress</vt:lpstr>
      <vt:lpstr>Blockers and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HPML Project Mid-point Progress</dc:title>
  <dc:creator>Kaoutar El maghraoui</dc:creator>
  <cp:lastModifiedBy>as7629</cp:lastModifiedBy>
  <cp:revision>7</cp:revision>
  <dcterms:created xsi:type="dcterms:W3CDTF">2023-11-27T08:30:51Z</dcterms:created>
  <dcterms:modified xsi:type="dcterms:W3CDTF">2026-04-07T00:30:59Z</dcterms:modified>
</cp:coreProperties>
</file>